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00000"/>
          </a:xfrm>
          <a:prstGeom prst="rect">
            <a:avLst/>
          </a:prstGeom>
          <a:solidFill>
            <a:srgbClr val="12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6840000" cy="3397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A One-Line-Latency Vision Enhancement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40000"/>
            <a:ext cx="6840000" cy="3397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C8D8EA"/>
                </a:solidFill>
                <a:latin typeface="Arial"/>
              </a:rPr>
              <a:t>PYNQ-Z2  |  real-time enhancement for low-light imaging  |  2026 Embedded Chip &amp; System Design Competition, AMD track, self-selected topic (junior group)  |  Zynq-7000 XC7Z020  |  Vivado / Vitis HLS 2026.1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62000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1285200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1404000"/>
            <a:ext cx="6840000" cy="6254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Night and dim-light imaging - surveillance, inspection, forensics, automotive night vision, industrial and microscopy work - operates on frames that are dark and low in contrast. Phone/PC pipelines take 100-300 ms from capture to display, which shows as lag and smear once the scene moves. Here the key metric is end-to-end latency, not frame rate, so the whole enhancement chain sits inside the pixel stream with no frame buffer.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2065428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2288628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2407428"/>
            <a:ext cx="6840000" cy="148257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Main path:  PS frame -&gt; VDMA -&gt; enhance -&gt; pixel_unpack -&gt; HDMI OUT, with the kernel sitting in the live pixel stream; measured 21 pixel clocks on the board, seven presets switched while video keeps running.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The frame source is the VDMA because this board's HDMI output only works at 640x480 (800x600/720p/1080p consume no frames; the stock bitstream behaves identically - the pins are unbuffered), while the HDMI input IP cannot run at 640x480. With no common mode, frames come from DDR and the kernel still processes real pixels.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The enhance kernel runs local contrast -&gt; tone curve -&gt; binarise/invert -&gt; split screen, all integer, one pixel per clock; 59 configuration bits are driven from the PS at run time.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Verification path:  PS &lt;-&gt; DDR &lt;-&gt; AXI DMA &lt;-&gt; operator, readable back, so bit-exact checks need no display.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Three rotating line buffers plus per-row 3-tap shift registers give each buffer one read and one write per pixel, which is what fits II = 1 into a dual-port BRAM.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3926000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Operators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4149199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" y="4268000"/>
            <a:ext cx="6840000" cy="48257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enhance: 3 BRAM, 2 DSP, 2168 FF, 1659 LUT (3%), II = 1, estimated Fmax 194.59 MHz at 7 ns. The operator family behind it - Sobel, 3x3 Gaussian, 3x3 sharpen - is hand-written HLS too (II = 1, 194.6 MHz, under 1.1k LUT each), and colour-space conversion reuses PYNQ's verified color_convert IP instead of being rewritten.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4786571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Correctness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5009771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000" y="5128571"/>
            <a:ext cx="6840000" cy="105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enhance passes C simulation against an independently written C++ golden model in two configurations (contrast+split, and tone+binarise+invert+mono): 9216 beats each, 0 errors. Through the AXI-DMA path, all eight presets are compared channel by channel with the numpy model: 0 mismatches out of 2,764,800 channels each, at 15.6 ms per frame. A second pair of counters brackets the kernel and stamps the first beat in and out: the measured pipeline latency is 16 pixel clocks, i.e. 160 ns at 100 MHz - about 1% of a 720p60 line, which is what having no frame buffer buys. Border policy (horizontal replicate, vertical line-buffer state) is defined once and shared by hardware, testbench and Python model, which is why the comparison can use zero tolerance.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218571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What Made It Work - and What Did Not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6441771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6560571"/>
            <a:ext cx="6840000" cy="91114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A free-running kernel (ap_ctrl_none) never drains its pipeline when the input stops, so an AXI-DMA transfer can never close and the DMA path needs a bounded variant (ap_ctrl_hs plus a pixel count). The same property bit the other way: HLS registers loop-invariant inputs in the pipeline prologue, so six of nine configuration parameters froze at power-up (see binarize_read_reg_* in the netlist). A gate lets the PS reset only the kernel through a spare configuration bit, so the preset is re-sampled - that is how seven presets switch 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7507714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Reusable PYNQ Skills and Reproducibility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7730914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7849714"/>
            <a:ext cx="6840000" cy="6254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Four board-independent skills ship with the project: overlay handoff linting (.hwh), bit-exact image comparison, measurement collection with PS-vs-PL table generation, and AXI-DMA helpers with cache maintenance and timeouts. Each documents scope, usage, failure modes and what was verified. Everything is scripted: a clean machine rebuilds both bitstreams with two commands.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8547142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Operator Family on the DMA Path (same board, same 1280x720 image)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8770342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0000" y="8889142"/>
          <a:ext cx="432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/>
                <a:gridCol w="1548000"/>
                <a:gridCol w="1548000"/>
              </a:tblGrid>
              <a:tr h="27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PS (Cortex-A9, numpy)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PL (Zynq + DMA)</a:t>
                      </a:r>
                    </a:p>
                  </a:txBody>
                  <a:tcPr/>
                </a:tc>
              </a:tr>
              <a:tr h="27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enhance, 8 presets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15.6 ms, 0/2.76M wrong</a:t>
                      </a:r>
                    </a:p>
                  </a:txBody>
                  <a:tcPr/>
                </a:tc>
              </a:tr>
              <a:tr h="27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Pipeline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16 clocks = 160 ns</a:t>
                      </a:r>
                    </a:p>
                  </a:txBody>
                  <a:tcPr/>
                </a:tc>
              </a:tr>
              <a:tr h="27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Sobel frame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3108.4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15.8 ms (196.7x)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6" name="Picture 25" descr="hdmi_presets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8889142"/>
            <a:ext cx="1620000" cy="12181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932000" y="10143315"/>
            <a:ext cx="1620000" cy="180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77777"/>
                </a:solidFill>
                <a:latin typeface="Arial"/>
              </a:rPr>
              <a:t>Captures (right: split)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10319715"/>
            <a:ext cx="6840000" cy="3079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88888"/>
                </a:solidFill>
                <a:latin typeface="Arial"/>
              </a:rPr>
              <a:t>Tool versions: Vivado / Vitis HLS 2026.1, PYNQ 3.1.1 image, device xc7z020clg400-1.  Repository: README.md, docs/ (docs/hdmi_status.md records the HDMI measurements and the two hardware limits), report/design_report.md, report/comparison.md.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