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900000"/>
          </a:xfrm>
          <a:prstGeom prst="rect">
            <a:avLst/>
          </a:prstGeom>
          <a:solidFill>
            <a:srgbClr val="12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6840000" cy="3397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A One-Line-Latency Vision Enhancement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40000"/>
            <a:ext cx="6840000" cy="33971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8D8EA"/>
                </a:solidFill>
                <a:latin typeface="Arial"/>
              </a:rPr>
              <a:t>PYNQ-Z2  |  reading aid for the low-vision  |  2026 Embedded Chip &amp; System Design Competition, AMD track, self-selected topic (junior group)  |  Zynq-7000 XC7Z020  |  Vivado / Vitis HLS 2026.1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62000"/>
            <a:ext cx="6840000" cy="244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88E5"/>
                </a:solidFill>
                <a:latin typeface="Arial"/>
              </a:rPr>
              <a:t>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285200"/>
            <a:ext cx="6840000" cy="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404000"/>
            <a:ext cx="6840000" cy="6254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Arial"/>
              </a:rPr>
              <a:t>Around 17 million people in China live with low vision, and shop-bought electronic magnifiers are expensive while phone/PC pipelines take 100-300 ms from capture to display - enough latency to cause dizziness. For this class of device the key metric is not frame rate but end-to-end latency. This project therefore puts the whole enhancement chain inside the pixel stream, with no frame buffer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065428"/>
            <a:ext cx="6840000" cy="244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88E5"/>
                </a:solidFill>
                <a:latin typeface="Arial"/>
              </a:rPr>
              <a:t>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288628"/>
            <a:ext cx="6840000" cy="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2407428"/>
            <a:ext cx="6840000" cy="14825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Arial"/>
              </a:rPr>
              <a:t>Main path:  PS frame -&gt; VDMA -&gt; enhance -&gt; pixel_unpack -&gt; HDMI OUT, with the kernel sitting in the live pixel stream; measured 21 pixel clocks on the board, seven presets switched while video keeps running.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Arial"/>
              </a:rPr>
              <a:t>The frame source is the VDMA because this board's HDMI output only works at 640x480 (800x600/720p/1080p consume no frames; the stock bitstream behaves identically - the pins are unbuffered), while the HDMI input IP cannot run at 640x480. With no common mode, frames come from DDR and the kernel still processes real pixels.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Arial"/>
              </a:rPr>
              <a:t>The enhance kernel runs local contrast -&gt; tone curve -&gt; binarise/invert -&gt; split screen, all integer, one pixel per clock; 59 configuration bits are driven from the PS at run time.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Arial"/>
              </a:rPr>
              <a:t>Verification path:  PS &lt;-&gt; DDR &lt;-&gt; AXI DMA &lt;-&gt; operator, readable back, so bit-exact checks need no display.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Arial"/>
              </a:rPr>
              <a:t>Three rotating line buffers plus per-row 3-tap shift registers give each buffer one read and one write per pixel, which is what fits II = 1 into a dual-port BRAM.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3926000"/>
            <a:ext cx="6840000" cy="244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88E5"/>
                </a:solidFill>
                <a:latin typeface="Arial"/>
              </a:rPr>
              <a:t>Operators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4149199"/>
            <a:ext cx="6840000" cy="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4268000"/>
            <a:ext cx="6840000" cy="4825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Arial"/>
              </a:rPr>
              <a:t>enhance: 3 BRAM, 2 DSP, 2168 FF, 1659 LUT (3%), II = 1, estimated Fmax 194.59 MHz at 7 ns. The operator family behind it - Sobel, 3x3 Gaussian, 3x3 sharpen - is hand-written HLS too (II = 1, 194.6 MHz, under 1.1k LUT each), and colour-space conversion reuses PYNQ's verified color_convert IP instead of being rewritten.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4786571"/>
            <a:ext cx="6840000" cy="244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88E5"/>
                </a:solidFill>
                <a:latin typeface="Arial"/>
              </a:rPr>
              <a:t>Correctness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009771"/>
            <a:ext cx="6840000" cy="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5128571"/>
            <a:ext cx="6840000" cy="1054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Arial"/>
              </a:rPr>
              <a:t>enhance passes C simulation against an independently written C++ golden model in two configurations (contrast+split, and tone+binarise+invert+mono): 9216 beats each, 0 errors. Through the AXI-DMA path, all eight presets are compared channel by channel with the numpy model: 0 mismatches out of 2,764,800 channels each, at 15.6 ms per frame. A second pair of counters brackets the kernel and stamps the first beat in and out: the measured pipeline latency is 16 pixel clocks, i.e. 160 ns at 100 MHz - about 1% of a 720p60 line, which is what having no frame buffer buys. Border policy (horizontal replicate, vertical line-buffer state) is defined once and shared by hardware, testbench and Python model, which is why the comparison can use zero tolerance.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218571"/>
            <a:ext cx="6840000" cy="244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88E5"/>
                </a:solidFill>
                <a:latin typeface="Arial"/>
              </a:rPr>
              <a:t>What Made It Work - and What Did Not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6441771"/>
            <a:ext cx="6840000" cy="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6560571"/>
            <a:ext cx="6840000" cy="7682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Arial"/>
              </a:rPr>
              <a:t>A free-running kernel (ap_ctrl_none) never drains its pipeline when the input stops, so an AXI-DMA transfer can never close; the DMA path therefore uses a bounded variant (ap_ctrl_hs plus a pixel count). The AXI DMA buffer-length register is 14 bits by default, i.e. 16 KB - not enough for a frame, so it was widened to 23 bits. The PYNQ base overlay is a 4448-line Vivado 2024.1 script; rebuilding it with 2026.1 needs exactly three patches.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7364857"/>
            <a:ext cx="6840000" cy="244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88E5"/>
                </a:solidFill>
                <a:latin typeface="Arial"/>
              </a:rPr>
              <a:t>Reusable PYNQ Skills and Reproducibility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7588057"/>
            <a:ext cx="6840000" cy="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7706857"/>
            <a:ext cx="6840000" cy="6254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333333"/>
                </a:solidFill>
                <a:latin typeface="Arial"/>
              </a:rPr>
              <a:t>Four board-independent skills ship with the project: overlay handoff linting (.hwh), bit-exact image comparison, measurement collection with PS-vs-PL table generation, and AXI-DMA transfer helpers with cache maintenance and timeouts. Each documents scope, usage, failure modes and what was verified. Everything is scripted, so a clean machine rebuilds both bitstreams with two commands.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8404285"/>
            <a:ext cx="6840000" cy="2444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88E5"/>
                </a:solidFill>
                <a:latin typeface="Arial"/>
              </a:rPr>
              <a:t>Operator Family on the DMA Path (same board, same 1280x720 image)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8627485"/>
            <a:ext cx="6840000" cy="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60000" y="8746285"/>
          <a:ext cx="432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/>
                <a:gridCol w="1548000"/>
                <a:gridCol w="1548000"/>
              </a:tblGrid>
              <a:tr h="315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Measured on the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PS (Cortex-A9, numpy)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PL (Zynq + DMA)</a:t>
                      </a:r>
                    </a:p>
                  </a:txBody>
                  <a:tcPr/>
                </a:tc>
              </a:tr>
              <a:tr h="315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enhance, 8 presets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15.6 ms/frame, 0/2764800 wrong</a:t>
                      </a:r>
                    </a:p>
                  </a:txBody>
                  <a:tcPr/>
                </a:tc>
              </a:tr>
              <a:tr h="315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Pipeline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16 pixel clocks = 160 ns</a:t>
                      </a:r>
                    </a:p>
                  </a:txBody>
                  <a:tcPr/>
                </a:tc>
              </a:tr>
              <a:tr h="315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Sobel family, frame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3108.4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15.8 ms (196.7x)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6" name="Picture 25" descr="enhance_docu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00" y="8746285"/>
            <a:ext cx="2232000" cy="1255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32000" y="10037785"/>
            <a:ext cx="2232000" cy="3079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777777"/>
                </a:solidFill>
                <a:latin typeface="Arial"/>
              </a:rPr>
              <a:t>Sobel output captured from the PL path (DMA)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10307785"/>
            <a:ext cx="6840000" cy="3079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88888"/>
                </a:solidFill>
                <a:latin typeface="Arial"/>
              </a:rPr>
              <a:t>Tool versions: Vivado / Vitis HLS 2026.1, PYNQ 3.1.1 image, device xc7z020clg400-1.  Repository: README.md, docs/ (docs/hdmi_status.md records the HDMI measurements and the two hardware limits), report/design_report.md, report/comparison.md.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